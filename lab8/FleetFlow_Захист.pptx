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dd0fc05ba4fe9" /><Relationship Type="http://schemas.openxmlformats.org/officeDocument/2006/relationships/extended-properties" Target="/docProps/app.xml" Id="Rbb02b0be4b4d49f6" /><Relationship Type="http://schemas.openxmlformats.org/officeDocument/2006/relationships/officeDocument" Target="/ppt/presentation.xml" Id="R2941c046bb79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8fa88c4c114241"/>
  </p:sldMasterIdLst>
  <p:notesMasterIdLst>
    <p:notesMasterId xmlns:r="http://schemas.openxmlformats.org/officeDocument/2006/relationships" r:id="R9629731eb21346eb"/>
  </p:notesMasterIdLst>
  <p:sldIdLst>
    <p:sldId xmlns:r="http://schemas.openxmlformats.org/officeDocument/2006/relationships" id="256" r:id="R994622b3752742e9"/>
    <p:sldId xmlns:r="http://schemas.openxmlformats.org/officeDocument/2006/relationships" id="257" r:id="Rfe25cba8d1774588"/>
    <p:sldId xmlns:r="http://schemas.openxmlformats.org/officeDocument/2006/relationships" id="258" r:id="Rd2da2f5360844ff1"/>
    <p:sldId xmlns:r="http://schemas.openxmlformats.org/officeDocument/2006/relationships" id="259" r:id="Rd58cbd528e184a3c"/>
    <p:sldId xmlns:r="http://schemas.openxmlformats.org/officeDocument/2006/relationships" id="260" r:id="R524846b18fbb4f55"/>
    <p:sldId xmlns:r="http://schemas.openxmlformats.org/officeDocument/2006/relationships" id="261" r:id="R812655fe74a14f16"/>
    <p:sldId xmlns:r="http://schemas.openxmlformats.org/officeDocument/2006/relationships" id="262" r:id="R53ff702ba9c246d1"/>
    <p:sldId xmlns:r="http://schemas.openxmlformats.org/officeDocument/2006/relationships" id="263" r:id="Ra57311621e1449d0"/>
    <p:sldId xmlns:r="http://schemas.openxmlformats.org/officeDocument/2006/relationships" id="264" r:id="R1183c40253f64452"/>
    <p:sldId xmlns:r="http://schemas.openxmlformats.org/officeDocument/2006/relationships" id="265" r:id="R4d5c186314364d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ffd64fe04d4541" /><Relationship Type="http://schemas.openxmlformats.org/officeDocument/2006/relationships/slideMaster" Target="/ppt/slideMasters/slideMaster1.xml" Id="Re08fa88c4c114241" /><Relationship Type="http://schemas.openxmlformats.org/officeDocument/2006/relationships/notesMaster" Target="/ppt/notesMasters/notesMaster1.xml" Id="R9629731eb21346eb" /><Relationship Type="http://schemas.openxmlformats.org/officeDocument/2006/relationships/presProps" Target="/ppt/presProps.xml" Id="Rcd90cba6bc9a42c1" /><Relationship Type="http://schemas.openxmlformats.org/officeDocument/2006/relationships/tableStyles" Target="/ppt/tableStyles.xml" Id="Rb49228f29f5a4c63" /><Relationship Type="http://schemas.openxmlformats.org/officeDocument/2006/relationships/slide" Target="/ppt/slides/slide1.xml" Id="R994622b3752742e9" /><Relationship Type="http://schemas.openxmlformats.org/officeDocument/2006/relationships/slide" Target="/ppt/slides/slide2.xml" Id="Rfe25cba8d1774588" /><Relationship Type="http://schemas.openxmlformats.org/officeDocument/2006/relationships/slide" Target="/ppt/slides/slide3.xml" Id="Rd2da2f5360844ff1" /><Relationship Type="http://schemas.openxmlformats.org/officeDocument/2006/relationships/slide" Target="/ppt/slides/slide4.xml" Id="Rd58cbd528e184a3c" /><Relationship Type="http://schemas.openxmlformats.org/officeDocument/2006/relationships/slide" Target="/ppt/slides/slide5.xml" Id="R524846b18fbb4f55" /><Relationship Type="http://schemas.openxmlformats.org/officeDocument/2006/relationships/slide" Target="/ppt/slides/slide6.xml" Id="R812655fe74a14f16" /><Relationship Type="http://schemas.openxmlformats.org/officeDocument/2006/relationships/slide" Target="/ppt/slides/slide7.xml" Id="R53ff702ba9c246d1" /><Relationship Type="http://schemas.openxmlformats.org/officeDocument/2006/relationships/slide" Target="/ppt/slides/slide8.xml" Id="Ra57311621e1449d0" /><Relationship Type="http://schemas.openxmlformats.org/officeDocument/2006/relationships/slide" Target="/ppt/slides/slide9.xml" Id="R1183c40253f64452" /><Relationship Type="http://schemas.openxmlformats.org/officeDocument/2006/relationships/slide" Target="/ppt/slides/slide10.xml" Id="R4d5c186314364d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9c17615ba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424c49dd74479" /><Relationship Type="http://schemas.openxmlformats.org/officeDocument/2006/relationships/notesMaster" Target="/ppt/notesMasters/notesMaster1.xml" Id="R81034920833d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15807d1d494f9a" /><Relationship Type="http://schemas.openxmlformats.org/officeDocument/2006/relationships/notesMaster" Target="/ppt/notesMasters/notesMaster1.xml" Id="R58f3bb060b3842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f1100bf2d4667" /><Relationship Type="http://schemas.openxmlformats.org/officeDocument/2006/relationships/notesMaster" Target="/ppt/notesMasters/notesMaster1.xml" Id="Rfb4a7d75a29a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82759de8b74e5d" /><Relationship Type="http://schemas.openxmlformats.org/officeDocument/2006/relationships/notesMaster" Target="/ppt/notesMasters/notesMaster1.xml" Id="Rc1242e5243c84c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e9c329beb47fa" /><Relationship Type="http://schemas.openxmlformats.org/officeDocument/2006/relationships/notesMaster" Target="/ppt/notesMasters/notesMaster1.xml" Id="R6e24098789af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4f6ef061d349bd" /><Relationship Type="http://schemas.openxmlformats.org/officeDocument/2006/relationships/notesMaster" Target="/ppt/notesMasters/notesMaster1.xml" Id="R02532178856c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126c41abf54560" /><Relationship Type="http://schemas.openxmlformats.org/officeDocument/2006/relationships/notesMaster" Target="/ppt/notesMasters/notesMaster1.xml" Id="R86703520c04e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79e7c3518f4ac7" /><Relationship Type="http://schemas.openxmlformats.org/officeDocument/2006/relationships/notesMaster" Target="/ppt/notesMasters/notesMaster1.xml" Id="R14287fdad3e3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d42a77c064a30" /><Relationship Type="http://schemas.openxmlformats.org/officeDocument/2006/relationships/notesMaster" Target="/ppt/notesMasters/notesMaster1.xml" Id="Rb65062dcf4604c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e04e7c86c24c49" /><Relationship Type="http://schemas.openxmlformats.org/officeDocument/2006/relationships/notesMaster" Target="/ppt/notesMasters/notesMaster1.xml" Id="Rfed424c5eca941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0:00–0:45. Варіант 12. Черниченко Владислав, Коцюба Максим. Пояснити мету: вести облік і планувати рейси. Показуємо локальний прототип, а не промислову телематику. Джерело: lab1.docx та поточний код.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0:45–1:30. C4 L1. Менеджер змінює автопарк; диспетчер планує рейси; спостерігач читає. GPS, карти і SMS з початкового задуму ще не реалізовані. Джерела: docs/adr та звіт ЛР8.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1:30–2:30. C4 L2. Dashboard пересилає Bearer, не читає БД. Fleet володіє Vehicle і Driver. Trips володіє Route і Trip. Синхронний HTTP має timeout 0.35 с. Bridge переносить події через HTTP; це не брокер. Джерело: launch.py, event_bridge.py.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2:30–3:20. ADR-003 замінює deployment початкового моноліту ADR-001; ADR-002 FastAPI/SQLite залишається. ADR-006: gateway-only перевірку відхилено, бо прямий порт обходить її. Альтернатива - зовнішній IdP; він відкладений для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3:20–4:10. Межі довіри. Argon2id, випадкові локальні облікові записи; JWT exp 15 хв, iss/aud, фіксований алгоритм; секретів у ZIP немає. Службова роль bridge для event API. TLS, ротація та IdP потрібні перед виходом за localhost. Джерела: security.py; FastAPI security tutorial; OWASP REST Security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4:10–5:20. Однакові 5000 рейсів, closed-loop 100 користувачів, три секунди запуску запитів, кожен клієнт прогрітий. До: fetchall і повна Python-проєкція. Після: LIMIT/OFFSET та JSONResponse. Не порівнюємо кеш у RAM із HTTP. Джерело: verification/load_results.json.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5:20–6:10. C4 L3 найскладнішого контейнера. Factory створює замінні залежності. HTTP не проникає до Domain. Trip та Outbox створюються в одній транзакції. Приймач використовує event_id та version. Кеш Vehicle TTL 30 с живе у Fleet, а не у Trips. Джерела: trips_service, міграції ЛР5.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6:10–7:20. 67 функціональних перевірок під coverage і один performance gate без інструментування. 100% рядків двох Domain модулів, не всього застосунку. Контрактні provider і consumer незалежні. Негативний експеримент запускає той самий gate на тимчасовій копії: import sqlite3 → exit 1. Хмарний запуск Actions ще не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7:20–8:20. p95 ціль підтверджена лише на короткому локальному читанні. Відмови доступу перевірені. GPS, маршрутизація, backup/RTO/RPO, рольове адміністрування не реалізовані. Не заявляти відповідність усім восьми NFR. Джерело: таблиця атрибутів якості звіту ЛР8.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8:20–9:30. Спочатку захист і резервування до зовнішнього deployment; потім дані за перевищення p95 або write-lock; далі брокер і GPS при lag &gt;10 с або бізнес-потребі. Демонстрація: launch.py, login manager/dispatcher, прямий PATCH, створення рейсу, pipeline.py, negative_pipeline.py. Решта часу - питання.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b97ba33734b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83509997e45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fd86af2744a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c4d9c4cc548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59fdab4f64b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b38d0dec443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1AC02F-45F8-4FB7-9039-7C091B4BC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4C95E3-F51F-46C6-8E55-02AFD8378F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ECB54C-EC07-4644-8766-A3622D6A07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AE0020-81E1-4566-89D6-28CCB7B6C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C8AB58-58E0-44B3-8513-3794E2F72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307D86-BBD5-4D71-8642-9E54F5CB6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1AC8C7-2E58-41E7-B5EA-5E1E98A8D9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C92329-DDA3-46F6-8C8B-A675A1EABB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5F81A-5F12-400B-9B5B-9008640C9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48AC96-356F-4D44-BEB3-159CBD128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9f375a9894aa1" /><Relationship Type="http://schemas.openxmlformats.org/officeDocument/2006/relationships/slideLayout" Target="/ppt/slideLayouts/slideLayout1.xml" Id="R0c5bcdb446b14fea" /><Relationship Type="http://schemas.openxmlformats.org/officeDocument/2006/relationships/slideLayout" Target="/ppt/slideLayouts/slideLayout2.xml" Id="Rd1da17a6df7f4d52" /><Relationship Type="http://schemas.openxmlformats.org/officeDocument/2006/relationships/slideLayout" Target="/ppt/slideLayouts/slideLayout3.xml" Id="Rb21a3c29ee8a4bfe" /><Relationship Type="http://schemas.openxmlformats.org/officeDocument/2006/relationships/slideLayout" Target="/ppt/slideLayouts/slideLayout4.xml" Id="Rb4cb00fbba6c47b7" /><Relationship Type="http://schemas.openxmlformats.org/officeDocument/2006/relationships/slideLayout" Target="/ppt/slideLayouts/slideLayout5.xml" Id="Rce3d8da49fd443d1" /><Relationship Type="http://schemas.openxmlformats.org/officeDocument/2006/relationships/slideLayout" Target="/ppt/slideLayouts/slideLayout6.xml" Id="R90cd7845952f45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bcdb446b14fea"/>
    <p:sldLayoutId xmlns:r="http://schemas.openxmlformats.org/officeDocument/2006/relationships" id="2147483650" r:id="Rd1da17a6df7f4d52"/>
    <p:sldLayoutId xmlns:r="http://schemas.openxmlformats.org/officeDocument/2006/relationships" id="2147483651" r:id="Rb21a3c29ee8a4bfe"/>
    <p:sldLayoutId xmlns:r="http://schemas.openxmlformats.org/officeDocument/2006/relationships" id="2147483652" r:id="Rb4cb00fbba6c47b7"/>
    <p:sldLayoutId xmlns:r="http://schemas.openxmlformats.org/officeDocument/2006/relationships" id="2147483653" r:id="Rce3d8da49fd443d1"/>
    <p:sldLayoutId xmlns:r="http://schemas.openxmlformats.org/officeDocument/2006/relationships" id="2147483654" r:id="R90cd7845952f45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698b085d04670" /><Relationship Type="http://schemas.openxmlformats.org/officeDocument/2006/relationships/notesSlide" Target="/ppt/notesSlides/notesSlide1.xml" Id="Rab12b819210743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e1424e802419b" /><Relationship Type="http://schemas.openxmlformats.org/officeDocument/2006/relationships/image" Target="/ppt/media/image.png" Id="R7b843c4bc95948c9" /><Relationship Type="http://schemas.openxmlformats.org/officeDocument/2006/relationships/notesSlide" Target="/ppt/notesSlides/notesSlide2.xml" Id="Rc33ee2dc403d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450869dc44abb" /><Relationship Type="http://schemas.openxmlformats.org/officeDocument/2006/relationships/image" Target="/ppt/media/image2.png" Id="Rf96b3a54c19649a5" /><Relationship Type="http://schemas.openxmlformats.org/officeDocument/2006/relationships/notesSlide" Target="/ppt/notesSlides/notesSlide3.xml" Id="R8dea674b2e884d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467c9055d4302" /><Relationship Type="http://schemas.openxmlformats.org/officeDocument/2006/relationships/notesSlide" Target="/ppt/notesSlides/notesSlide4.xml" Id="Rf0afb015220c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b8f5d5b704a19" /><Relationship Type="http://schemas.openxmlformats.org/officeDocument/2006/relationships/image" Target="/ppt/media/image3.png" Id="R686cf763b77744a5" /><Relationship Type="http://schemas.openxmlformats.org/officeDocument/2006/relationships/notesSlide" Target="/ppt/notesSlides/notesSlide5.xml" Id="R00cc80321c9245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060a59ef84d16" /><Relationship Type="http://schemas.openxmlformats.org/officeDocument/2006/relationships/chart" Target="/ppt/slides/charts/chart1.xml" Id="Rc95fc5a0f15046ee" /><Relationship Type="http://schemas.openxmlformats.org/officeDocument/2006/relationships/notesSlide" Target="/ppt/notesSlides/notesSlide6.xml" Id="R9e8ea6669507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06f6ad6e745fd" /><Relationship Type="http://schemas.openxmlformats.org/officeDocument/2006/relationships/image" Target="/ppt/media/image4.png" Id="Rcb8185e11c694a28" /><Relationship Type="http://schemas.openxmlformats.org/officeDocument/2006/relationships/notesSlide" Target="/ppt/notesSlides/notesSlide7.xml" Id="R90b68c59e60e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afe8355024bdb" /><Relationship Type="http://schemas.openxmlformats.org/officeDocument/2006/relationships/notesSlide" Target="/ppt/notesSlides/notesSlide8.xml" Id="Ra6475316b91247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93c96bc6b4f92" /><Relationship Type="http://schemas.openxmlformats.org/officeDocument/2006/relationships/notesSlide" Target="/ppt/notesSlides/notesSlide9.xml" Id="R3cd8d101368a47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3d54e28ab4334" /><Relationship Type="http://schemas.openxmlformats.org/officeDocument/2006/relationships/notesSlide" Target="/ppt/notesSlides/notesSlide10.xml" Id="R76c9bb8c3ecc47f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HTTP p95, мс</c:v>
          </c:tx>
          <c:spPr>
            <a:solidFill xmlns:a="http://schemas.openxmlformats.org/drawingml/2006/main">
              <a:srgbClr val="245B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До</c:v>
                </c:pt>
                <c:pt idx="1">
                  <c:v>Після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8682.19</c:v>
                </c:pt>
                <c:pt idx="1">
                  <c:v>470.193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CBA0-6F17-40E5-81BD-8E1F6F0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FleetFlow</a:t>
            </a:r>
          </a:p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Управління автопарком та маршрутами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808BF-6C3E-4B74-A0AF-482215D6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1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A5F0-17D8-4BDB-873A-ABBE7FD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Архітектура, безпека та перевірені результати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A245-B195-4134-B58D-16344A2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470.2 мс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6A381-77E7-48A7-B7A0-4F586902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p95 за 100 користувачів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Перша сторінка з 50 активних рейсів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8223D-64B6-4385-917E-F3ADD6B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68 автоматизованих перевірок</a:t>
            </a:r>
          </a:p>
          <a:p xmlns:a="http://schemas.openxmlformats.org/drawingml/2006/main">
            <a:pPr>
              <a:defRPr sz="22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Лабораторні роботи 6–8</a:t>
            </a:r>
          </a:p>
        </p:txBody>
      </p:sp>
    </p:spTree>
    <p:extLst>
      <p:ext uri="{BB962C8B-B14F-4D97-AF65-F5344CB8AC3E}">
        <p14:creationId xmlns:p14="http://schemas.microsoft.com/office/powerpoint/2010/main" val="9830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6F8CB-42F1-4F20-A140-1C123FC9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Користувачі та поточні межі системи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57E3B-ABBB-4972-8A5E-9DC6CF2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2  /  FleetFlow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A9D7D-A619-487D-BE6A-90D679593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3c4bc95948c9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91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B0340-36D6-436A-9159-6DC8B7A7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Два сервіси з незалежними даними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79F5-896B-44F3-AF98-1FCF1A5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3  /  FleetFlow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E5223-4F1F-4BE7-A729-0618C45F0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b3a54c19649a5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71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3AF0E-CA62-4B3A-B366-24905D4F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Два ключові архітектурні рішення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23FFB-7A5F-4BFC-86A0-A9E5EF7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4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ABCD7-1BD5-4E12-8643-35081C7C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ADR 003</a:t>
            </a:r>
          </a:p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Fleet і Trips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E5DC3-EDB4-400C-9376-53B4308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Обрали два доменні контексти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і два SQLite-сховища.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Виграш: власники даних і незалежність.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Ціна: timeout, події та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кінцева узгодженість.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86BC5-3962-4B16-AAA5-58F2998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ADR 006</a:t>
            </a:r>
          </a:p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Права у власника ресурсу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B71C6-6E64-445A-8C12-AE819C86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9875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Кожен API перевіряє JWT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і роль на кожен 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Прямий PATCH Fleet від диспетчера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отримує 403. Локальний HS256</a:t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потребує взаємної довіри сервісів.</a:t>
            </a:r>
          </a:p>
        </p:txBody>
      </p:sp>
    </p:spTree>
    <p:extLst>
      <p:ext uri="{BB962C8B-B14F-4D97-AF65-F5344CB8AC3E}">
        <p14:creationId xmlns:p14="http://schemas.microsoft.com/office/powerpoint/2010/main" val="1203425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77151-B067-4423-9D30-E1BB3AC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Захист діє і при обході шлюзу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C0130-59C1-4C5B-855C-7AD0634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5  /  FleetFlow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C3C7A-06A2-46BF-8D8D-D8FA9D7D6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f763b77744a5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28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B161C-8269-4709-B836-F4FBF85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Виміряна оптимізація читання рейсів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75FB4-8317-4363-9E1A-423CA8E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6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A996C-F2B2-4D18-93C6-9C4895E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p95 за 100 користувачів: у 18.5 раза менше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BCFC1A4-0E77-451E-BB9D-156415DAFBC0}"/>
              </a:ext>
            </a:extLst>
          </p:cNvPr>
          <p:cNvGraphicFramePr/>
          <p:nvPr/>
        </p:nvGraphicFramePr>
        <p:xfrm>
          <a:off xmlns:a="http://schemas.openxmlformats.org/drawingml/2006/main" x="857250" y="228600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5fc5a0f15046e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E90D3-7FFD-4182-9440-6B7DA74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Ціль ЛР1</a:t>
            </a:r>
          </a:p>
          <a:p xmlns:a="http://schemas.openxmlformats.org/drawingml/2006/main">
            <a:pPr>
              <a:defRPr sz="25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≤ 500 мс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B7F77-E192-45A0-B585-595EE9D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Після: 470.2 мс</a:t>
            </a:r>
          </a:p>
          <a:p xmlns:a="http://schemas.openxmlformats.org/drawingml/2006/main">
            <a: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Помилок: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200 users: 996.3 мс</a:t>
            </a:r>
          </a:p>
          <a:p xmlns:a="http://schemas.openxmlformats.org/drawingml/2006/main">
            <a:pPr>
              <a:defRPr sz="195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Поріг порушено</a:t>
            </a:r>
          </a:p>
        </p:txBody>
      </p:sp>
    </p:spTree>
    <p:extLst>
      <p:ext uri="{BB962C8B-B14F-4D97-AF65-F5344CB8AC3E}">
        <p14:creationId xmlns:p14="http://schemas.microsoft.com/office/powerpoint/2010/main" val="62588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B4AC8-5EEC-4F90-89E3-A5C495B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Як Trips зберігає межі та дані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71B57-86BE-41A5-8236-D44D4D4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7  /  FleetFlow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CC87B-A565-44A9-9A8B-D2E2634EB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185e11c694a28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61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1AAF8-9ED4-4CFD-92A9-C526933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Архітектура перевіряється автоматично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AF97-81D0-4252-B9B4-4A358FE6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8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41BCA-4817-4CF5-9F53-05CDC038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27 модульних перевірок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5F975-59EA-42E5-8BAF-9765D11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Бізнес-правила без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6A92-88E5-4F76-BA08-CC57FCF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30 інтеграційних перевірок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9AE6-D605-4E88-AD57-777D0F3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SQLite, міграції, API, доступ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9EC4B-EAF9-4108-B488-3236861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7 контрактних перевірок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E6760-A309-4237-BACD-72AB333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Trips очікує / Fleet виконує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02CA7-9847-4F14-AED6-F6DBF2D1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4 fitness-кейси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6A709-2AA7-4E52-B66F-4E1CE881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576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Чистий домен, цикли, HTTP p95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7300A-D90F-4CD8-82F0-1CD92D5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Порушення правила зупиняє збірку</a:t>
            </a:r>
          </a:p>
          <a:p xmlns:a="http://schemas.openxmlformats.org/drawingml/2006/main">
            <a:pPr>
              <a:defRPr sz="22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import sqlite3 у Domain → ARCHITECTURE FAILED → exit 1</a:t>
            </a:r>
          </a:p>
        </p:txBody>
      </p:sp>
    </p:spTree>
    <p:extLst>
      <p:ext uri="{BB962C8B-B14F-4D97-AF65-F5344CB8AC3E}">
        <p14:creationId xmlns:p14="http://schemas.microsoft.com/office/powerpoint/2010/main" val="892673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22010-C5A0-407C-B960-D7F88164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Що підтверджено і що залишається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C6891-C267-403C-9992-DE87A33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9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DF550-2F2A-456E-8B04-B2D60C5D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Підтверджено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83BF3-E5F1-4445-86DC-B3C85CD2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p95 ≤500 мс за 100 users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Відмова доступу у Fleet і Trips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Контракти, міграції, повтор події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Чистий Domain та відсутність циклів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DE84F-CC2E-4C40-A660-4AC21C2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Ще не підтверджено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24FDC-C636-4CA9-B7E2-74AE3A18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5048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GPS 50 повідомлень/с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Зовнішня маршрутизація ≤3 с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RTO / RPO та резервування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Збій сповіщень на 10 хв</a:t>
            </a:r>
          </a:p>
          <a:p xmlns:a="http://schemas.openxmlformats.org/drawingml/2006/main">
            <a:pPr>
              <a:defRPr sz="2100" b="0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6"/>
                </a:solidFill>
                <a:latin typeface="Arial"/>
                <a:ea typeface="Arial"/>
                <a:cs typeface="Arial"/>
              </a:rPr>
              <a:t>Аудит адміністрування ролей</a:t>
            </a:r>
          </a:p>
        </p:txBody>
      </p:sp>
    </p:spTree>
    <p:extLst>
      <p:ext uri="{BB962C8B-B14F-4D97-AF65-F5344CB8AC3E}">
        <p14:creationId xmlns:p14="http://schemas.microsoft.com/office/powerpoint/2010/main" val="1770539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BB070-7670-4B5D-9A2C-A2F26A17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Наступні кроки мають чіткі тригери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E5858-21D4-487C-BE19-997C4D26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10  /  FleetFlow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A40E7-1CA4-4F94-93E9-F478639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1  До зовнішнього доступу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F52D6-F3C6-492D-963A-D61D90D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TLS, IdP, ротація та backup/restore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4794D-446B-455F-AFAB-85D65A4A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2  p95 &gt;500 мс або write-lock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73ABE-B210-4A0F-B884-3290CC31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Серверна БД, cursor pagination, спільний кеш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3DD75-5174-44B7-AB97-79390A1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6"/>
                </a:solidFill>
                <a:latin typeface="Arial"/>
                <a:ea typeface="Arial"/>
                <a:cs typeface="Arial"/>
              </a:rPr>
              <a:t>3  Lag &gt;10 с або &gt;50 events/s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E8737-B9DD-461C-A4EE-D64FEED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576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Брокер, backoff, DLQ; GPS за потреби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17B3C-856D-4CC1-939D-930F2A25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Запуск: СТАРТ_FleetFlow.bat</a:t>
            </a:r>
          </a:p>
          <a:p xmlns:a="http://schemas.openxmlformats.org/drawingml/2006/main">
            <a:pPr>
              <a:defRPr sz="2175" b="1">
                <a:solidFill>
                  <a:srgbClr val="245B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B83"/>
                </a:solidFill>
                <a:latin typeface="Arial"/>
                <a:ea typeface="Arial"/>
                <a:cs typeface="Arial"/>
              </a:rPr>
              <a:t>Перевірка: python verification/pipeline.py</a:t>
            </a:r>
          </a:p>
        </p:txBody>
      </p:sp>
    </p:spTree>
    <p:extLst>
      <p:ext uri="{BB962C8B-B14F-4D97-AF65-F5344CB8AC3E}">
        <p14:creationId xmlns:p14="http://schemas.microsoft.com/office/powerpoint/2010/main" val="1073455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2026-10-27T10:43:57.2030000Z</dcterms:created>
  <dcterms:modified xsi:type="dcterms:W3CDTF">2026-10-27T10:43:57.2030000Z</dcterms:modified>
</coreProperties>
</file>